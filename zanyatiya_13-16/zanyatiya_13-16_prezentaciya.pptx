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Сегодня четыре занятия подряд. Делайте короткие перерывы между блоками и сохраняйте файлы после каждого шага.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Сообщите участникам, что каждый блок опирается на предыдущий. Если пропустить 13, в 16 будет сложно.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участники впервые пишут JavaScript и видят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Начните с консоли: это самый быстрый способ увидеть результат без редактора.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Пусть участники сами введут 2 + 2 и назовут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Попросите участников сами вызвать ошибку с const и прочитать её текст.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typeof на поле ввода: строка, а не число.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Эталон держите у себя, участникам не раздавайте.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Разбирайте каждую ошибку по тексту из консоли.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участники пишут условие и обработчик нажатия.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Объясните, что обработчик ждёт события. Это основа всей интерактивности.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Покажите, что перестановка веток меняет поведение.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частая ловушка: пустое поле при сравнении с числом даёт неожиданный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Эталон держите у себя.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данные хранятся в массиве, а страница строится из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мысль: данные отделены от разметки. Меняете массив, меняется страница.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в консоли: cards[1].title выводит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Спросите: что будет, если в массиве 100 элементов? Ответ: тот же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Объясните риск innerHTML кратко: если данные пришли извне, в них может оказаться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Фильтр можно сделать через cards.filter(...). Если участники быстро справились, дайте им это задание.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первого случая попросите участника показать консоль и найти ошибку по тексту.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собрать законченную игру из блоков 13–15.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Объясните, что викторина использует все три предыдущих блока: переменные, условия и массив.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Нарисуйте схему на доске: массив вопросов, индекс, счёт, экран итога.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Попросите участников проговорить последовательность шагов до написания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главный урок занятия: программа должна работать и в крайних случаях.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Участники могут менять вопросы на свои. Это хорошее задание на завершение.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Самая частая ошибка — выход за пределы массива. Покажите её через консоль.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Завершите вопросом: какой блок показался самым сложным? Обсудите ответы.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1F3A5F"/>
                </a:solidFill>
              </a:defRPr>
            </a:pPr>
            <a:r>
              <a:t>ИКТ: JavaScript в браузере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444444"/>
                </a:solidFill>
              </a:defRPr>
            </a:pPr>
            <a:r>
              <a:t>Занятия 13–16: переменные, условия, массивы, мини-викторина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Программа сегодня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Занятие 13. Переменные, арифметика, консоль, калькулятор.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Занятие 14. Условия и обработчик нажатия, проверка ответа.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Занятие 15. Массивы, циклы, генератор карточек.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Занятие 16. Мини-викторина: вопросы, баллы, обратная связь.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1F3A5F"/>
                </a:solidFill>
              </a:defRPr>
            </a:pPr>
            <a:r>
              <a:t>Занятие 13. Переменные и вычисления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444444"/>
                </a:solidFill>
              </a:defRPr>
            </a:pPr>
            <a:r>
              <a:t>Калькулятор в консоли и на странице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Цель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Открыть консоль браузера и выполнить первые команды.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Создать переменные через let и const.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Вычислить цену или балл и вывести результат на страницу.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Консоль браузера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F12 → вкладка «Консоль» (Console).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console.log(значение) выводит значение в консоль.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Введите 2 + 2 и нажмите Enter: консоль покажет 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Переменные и арифметика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let price = 1200; — значение можно менять.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const rate = 10; — менять значение нельзя, попытка даёт TypeError.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total = price * count; discount = total * 10 / 100;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Порядок действий такой же, как в математике.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Элементы страницы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document.getElementById("price") находит элемент по id.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.value — значение поля; .textContent — текст, который можно изменить.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Значение поля приходит строкой. Number(строка) превращает его в число.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Практика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1. Откройте калькулятор и F12, выполните задания в консоли.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2. Заполните script.js: по кнопке «Посчитать» выведите итог со скидкой в элемент out.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калькулятор на странице и записи из консоли.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Типичные ошибки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Ничего не происходит: script.js не подключён или пуст.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«1200 3» вместо 3600: значения склеиваются как строки. Используйте Number().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Assignment to constant: переменная объявлена через const.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1F3A5F"/>
                </a:solidFill>
              </a:defRPr>
            </a:pPr>
            <a:r>
              <a:t>Занятие 14. Условия и обработчик нажатия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444444"/>
                </a:solidFill>
              </a:defRPr>
            </a:pPr>
            <a:r>
              <a:t>Интерактивная проверка ответа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Обработчик нажатия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button.addEventListener("click", () =&gt; { ... });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Код внутри функции выполняется при каждом нажатии, а не сразу.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() =&gt; { } — короткая запись функции.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Условие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if (условие) { ... } else if (условие) { ... } else { ... }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Условие даёт true или false. === сравнивает значение и тип.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Первая подошедшая ветка выполняется, остальные пропускаются.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Работа с полем ввода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input.value — текст, который ввёл пользователь.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trim() убирает пробелы по краям.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Number("") даёт 0, поэтому пустоту проверяйте первой веткой.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Практика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1. Откройте проверку ответа. Заполните script.js: обработчик click, чтение поля, trim.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2. Три ветки: пусто, верно (42), неверно.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3. Замените вопрос и ответ на свои.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проверка ответа с тремя сообщениями.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1F3A5F"/>
                </a:solidFill>
              </a:defRPr>
            </a:pPr>
            <a:r>
              <a:t>Занятие 15. Генератор карточек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444444"/>
                </a:solidFill>
              </a:defRPr>
            </a:pPr>
            <a:r>
              <a:t>Массивы, циклы и отрисовка на странице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Цель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Хранить набор данных в массиве объектов.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Перебрать массив циклом и создать элемент для каждого объекта.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Отрисовать карточки на странице из данных.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Массив объектов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const cards = [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  { title: "HTML", text: "Структура страницы" },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  { title: "CSS", text: "Оформление" }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];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cards.length — количество элементов, cards[0] — первый элемент.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Циклы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for (const card of cards) { ... } — перебор по значениям.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cards.forEach(card =&gt; { ... }) — то же самое в виде метода.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Цикл нужен, чтобы не писать одинаковый код для каждого элемента.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Создание элементов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const div = document.createElement("div");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div.textContent = card.title; — безопасная вставка текста.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container.appendChild(div); — добавление на страницу.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innerHTML с пользовательскими данными опасен: используйте textContent.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Практика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1. Создайте массив из пяти объектов с заголовком и текстом.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2. Перебором создайте карточку для каждого объекта и добавьте в контейнер.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3. Добавьте фильтр: выведите только карточки с нужным словом в title.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генератор карточек, который строится из данных.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Типичные ошибки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Карточки не появляются: контейнер с нужным id не найден в HTML.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Появляется undefined: обращение к несуществующему полю, например card.tittle вместо card.title.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Карточки дублируются: цикл запущен дважды или элементы добавлены внутри цикла повторно.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1F3A5F"/>
                </a:solidFill>
              </a:defRPr>
            </a:pPr>
            <a:r>
              <a:t>Занятие 16. Мини-викторина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444444"/>
                </a:solidFill>
              </a:defRPr>
            </a:pPr>
            <a:r>
              <a:t>Вопросы, баллы и обратная связь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Цель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Собрать викторину из нескольких вопросов.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Считать баллы и показать обратную связь после каждого ответа.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Проверить граничные случаи: последний вопрос, пустой выбор, повторное нажатие.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Структура викторины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const questions = [{ q: "...", options: [...], answer: 1 }];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let current = 0; — индекс текущего вопроса.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let score = 0; — набранные баллы.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Экран результата показывается после последнего вопроса.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Логика ответа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Пользователь выбирает вариант: сохраняем его индекс.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Сравниваем с answer: если совпало, score += 1.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Выводим обратную связь: «Верно» или «Неверно, правильный ответ…».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Переходим к следующему вопросу: current += 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Граничные случаи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Нажатие «Далее» без выбора варианта: покажите сообщение.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Повторное нажатие на «Ответить»: нельзя менять счёт дважды.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Последний вопрос: после него показываем результат, а не следующий вопрос.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Нулевой счёт: результат 0 из N, без ошибки.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Практика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1. Создайте массив из трёх вопросов с четырьмя вариантами.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2. Выведите первый вопрос и обработайте выбор ответа.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3. Добавьте счёт, обратную связь и переход к следующему вопросу.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4. Проверьте граничные случаи из слайда.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законченная мини-викторина на HTML, CSS и JavaScript.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Типичные ошибки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Счёт растёт при каждом нажатии: добавьте флаг «ответ уже дан».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После последнего вопроса ошибка: индекс вышел за пределы массива. Проверяйте current &lt; questions.length.</a:t>
            </a:r>
          </a:p>
          <a:p>
            <a:pPr>
              <a:spcAft>
                <a:spcPts val="800"/>
              </a:spcAft>
              <a:defRPr sz="2000" b="0">
                <a:solidFill>
                  <a:srgbClr val="444444"/>
                </a:solidFill>
              </a:defRPr>
            </a:pPr>
            <a:r>
              <a:t>Кнопка не блокируется: сбросьте обработчик или отключите кнопку через disabled.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3A5F"/>
                </a:solidFill>
              </a:defRPr>
            </a:pPr>
            <a:r>
              <a:t>Итоги дня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Переменные и вычисления: let, const, арифметика.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Условия и обработчики: if, addEventListener, trim.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Массивы и циклы: данные отделены от страницы.</a:t>
            </a:r>
          </a:p>
          <a:p>
            <a:pPr>
              <a:spcAft>
                <a:spcPts val="800"/>
              </a:spcAft>
              <a:defRPr sz="2200" b="0">
                <a:solidFill>
                  <a:srgbClr val="444444"/>
                </a:solidFill>
              </a:defRPr>
            </a:pPr>
            <a:r>
              <a:t>Викторина: все блоки вместе и граничные случаи.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