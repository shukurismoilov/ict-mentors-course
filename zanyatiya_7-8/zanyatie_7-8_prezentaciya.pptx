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установили Python и запустили свой первый скрипт.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Пройдите цель вслух и объясните, что сегодня будет именно запуск программы, а не теория языка.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Галочка PATH — главная причина ошибок на занятии. Если её забыли, проще переустановить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Покажите ошибку намеренно: объясните, что Windows не находит программу, потому что путь к Python не записан в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Сначала напишите код на экране, затем сохраните и запустите. Участники повторяют за вами на своих компьютерах.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Обратите внимание: input() всегда возвращает строку, поэтому нужны float() и int().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Каждую ошибку показывайте на экране и просите участников найти её сообщение в своём окне cmd.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Участники работают самостоятельно. После 10 минут попросите двоих показать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Цель: участники видят, что браузер отправляет запрос и получает ответ.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Связка с занятием 7: локальный сервер запускается командой python, которую участники установили вчера.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Пусть участники сами найдут вкладку «Сеть» и назовут, сколько запросов сделал сайт.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Запрос = что браузер попросил. Ответ = что сервер вернул. Нарисуйте стрелки на доске.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Пусть участники остановят сервер клавишами Ctrl+C и объяснят, почему страница перестала открываться.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сервер не запускается, проверьте, что команда python --version работает из занятия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F3A5F"/>
                </a:solidFill>
              </a:defRPr>
            </a:pPr>
            <a:r>
              <a:t>Занятие 7. Первый Python-скрипт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444444"/>
                </a:solidFill>
              </a:defRPr>
            </a:pPr>
            <a:r>
              <a:t>Установка Python 3 и запуск программы в «Командной строке»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К концу занятия каждый участник установил Python 3 на свой компьютер.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Запустил скрипт hello.py из командной строки cmd.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Изменил входные данные и увидел другой результат.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Установка Python 3 на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python.org и скачайте установщик Python 3 (последней версии).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Запустите установщик и поставьте галочку «Add python.exe to PATH» внизу окна.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Нажмите «Install Now» и дождитесь завершения.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4. Закройте установщик и откройте новое окно «Командной строки».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Проверка в «Командной строке»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Откройте cmd: Win+R, введите cmd, нажмите Enter.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Введите команду:  python --version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Ожидаемый ответ: Python 3.x.x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Если появилось «python не является внутренней или внешней командой», вернитесь к шагу установки и проверьте галочку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Первый скрипт: hello.py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name = input("Как вас зовут? ")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print("Привет, " + name + "!")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Сохраните файл в папке zanyatie7, например в Документах.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Запуск в cmd:  python hello.py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Меняем входные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Добавьте в скрипт вычисление: цена * количество.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price = float(input("Цена: "))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count = int(input("Количество: "))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print("Итого:", price * count)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Попросите участников ввести свои значения и сравнить вывод.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Типичные ошибки и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«python не является командой»: не отмечен PATH. Переустановите Python с галочкой.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«No such file or directory»: cmd открыт не в той папке. Используйте cd и dir.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Файл открылся как текст вместо запуска: запускайте командой python hello.py, а не двойным щелчком.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Ошибка ValueError при вводе: введено слово вместо числа в int() или float().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Практика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Установите Python 3 и проверьте python --version.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Запустите hello.py и введите своё имя.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Добавьте расчёт стоимости: цена × количество.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4. Специально вызовите ошибку: введите слово вместо числа и объясните сообщение.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работающий скрипт и один записанный вывод ошибки.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F3A5F"/>
                </a:solidFill>
              </a:defRPr>
            </a:pPr>
            <a:r>
              <a:t>Занятие 8. Браузер изнутри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749039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444444"/>
                </a:solidFill>
              </a:defRPr>
            </a:pPr>
            <a:r>
              <a:t>Инструменты разработчика, сетевые запросы и локальный сервер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Цель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Открыть инструменты разработчика в браузере (F12).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Найти сетевой запрос и разобрать ответ сервера: статус, тип, содержимое.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Запустить свою страницу через локальный сервер.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Инструменты разработчика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Откройте любой сайт и нажмите F12 (или Ctrl+Shift+I).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Перейдите на вкладку «Сеть» (Network).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Обновите страницу клавишей F5.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В списке появятся запросы: документ, стили, изображения, скрипты.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Запрос и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Статус: 200 — успешно, 404 — файл не найден, 500 — ошибка сервера.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Тип: text/html для страницы, image/png для изображения.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Ответ: HTML-код страницы или байты изображения.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Сравните: откройте документ и изображение и найдите разницу в ответе.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Локальный сервер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Откройте cmd в папке с файлами, например zanyatie8\lab8.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Запустите:  python -m http.server 8000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Откройте в браузере:  http://localhost:8000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Почему не двойной щелчок? Так страница получает адрес, как на настоящем сайте.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1F3A5F"/>
                </a:solidFill>
              </a:defRPr>
            </a:pPr>
            <a:r>
              <a:t>Практика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1. Откройте lab8 через локальный сервер и обновите страницу.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2. В F12 найдите запрос к data.json, запишите статус и тип ответа.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3. Измените значение в data.json, обновите страницу и проверьте результат.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4. Сделайте карту «клиент — запрос — сервер — ответ» для одного запроса.</a:t>
            </a:r>
          </a:p>
          <a:p>
            <a:pPr>
              <a:spcAft>
                <a:spcPts val="1000"/>
              </a:spcAft>
              <a:defRPr sz="2000" b="0">
                <a:solidFill>
                  <a:srgbClr val="444444"/>
                </a:solidFill>
              </a:defRPr>
            </a:pPr>
            <a:r>
              <a:t>Результат: карта запроса и письменный вывод.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