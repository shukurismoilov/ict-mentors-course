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Цель: участники сами меняют страницу и видят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Подчеркните, что без сохранения браузер покажет старую версию файла.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команда code не работает, галочка PATH не была отмечена. Переустановка решает проблему.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Покажите, что редактор работает с папкой, а не с одним файлом.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Попросите участников назвать, что произойдёт, если пропустить шаг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страница ломается, пусть участники найдут ошибку по подсказке редактора.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Каждую ошибку показывайте на экране и разбирайте по шагам.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Цель: участники переводят div-разметку в семантические теги.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Спросите: как поисковик или программа для чтения с экрана поймёт, где заголовок, а где текст?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перегружайте объяснением: достаточно двух-трёх примеров.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Пусть участники сами назовут, какой тег использовать для списка советов.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Сравнение лучше показать на экране рядом. Попросите участников сказать, какой вариант понятнее.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Эталон для проверки лежит в папке prepodavatel. Не раздавайте его участникам.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Последний пункт важен: участники часто думают, что h1 должен выглядеть крупно сам по себе.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1F3A5F"/>
                </a:solidFill>
              </a:defRPr>
            </a:pPr>
            <a:r>
              <a:t>Занятие 9. Редактор и проверка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74903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444444"/>
                </a:solidFill>
              </a:defRPr>
            </a:pPr>
            <a:r>
              <a:t>VS Code, сохранение и запуск страницы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Цель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Установить VS Code и открыть папку проекта.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Изменить HTML-страницу, сохранить и проверить результат в браузере.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Освоить цикл «код → сохранение → проверка».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Установка VS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1. Откройте code.visualstudio.com и скачайте установщик для Windows.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2. В установщике отметьте «Add to PATH» (Добавить в PATH).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3. Запустите VS Code и выберите русский язык через Ctrl+Shift+P: Configure Display Language.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Проверка в cmd: code --version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Открываем папку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File → Open Folder (Файл → Открыть папку).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Выберите папку zanyatie9 со всеми файлами.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Слева появится список файлов. Двойной щелчок по index.html откроет его в редакторе.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Из cmd внутри папки можно выполнить: code 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Цикл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Шаг 1: изменить код в редакторе.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Шаг 2: сохранить файл, Ctrl+S.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Шаг 3: обновить страницу в браузере, F5.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Точка на вкладке файла означает, что изменения не сохранены.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Практика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1. Откройте папку zanyatie9 в VS Code.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2. Замените имя и любимое занятие на свои данные.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3. Добавьте абзац с новым фактом о себе.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4. Удалите закрывающий тег &lt;/p&gt; и объясните, что изменилось.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Результат: страница с вашими данными и письменный вывод о теге.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Типичные ошибки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Страница не меняется: файл не сохранён. Нажмите Ctrl+S и F5.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Открылась старая версия: браузер взял копию из кэша. Нажмите Ctrl+F5.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Команда code не найдена: переустановите VS Code с галочкой PATH.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Текст пропал после правки: проверьте, что закрыта кавычка или тег.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1F3A5F"/>
                </a:solidFill>
              </a:defRPr>
            </a:pPr>
            <a:r>
              <a:t>Занятие 10. Семантическая разметка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74903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444444"/>
                </a:solidFill>
              </a:defRPr>
            </a:pPr>
            <a:r>
              <a:t>Теги, которые описывают смысл страницы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Цель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Объяснить, зачем нужны теги header, main, footer, nav, article.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Использовать h1–h2 для заголовков и ul/li для списков.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Добавить alt к изображению и ссылку с адресом.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Почему важна семантика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Структура страницы видна по тегам, а не по классам.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Программы чтения с экрана ориентируются по заголовкам и разделам.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Поисковые системы лучше понимают смысл страницы.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Атрибут alt нужен, чтобы описать изображение тем, кто его не видит.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Основные теги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header — шапка страницы; main — основное содержимое; footer — подвал.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h1 — главный заголовок, h2 — раздел, h3 — подраздел.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p — абзац; ul и li — маркированный список.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a href — ссылка; img alt — изображение с описанием.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До и после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До: &lt;div&gt;&lt;b&gt;Советы&lt;/b&gt;&lt;/div&gt;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После: &lt;h2&gt;Советы&lt;/h2&gt;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До: &lt;div&gt;- Используйте менеджер паролей.&lt;/div&gt;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После: &lt;ul&gt;&lt;li&gt;Используйте менеджер паролей.&lt;/li&gt;&lt;/ul&gt;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Практика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1. Откройте start.html в VS Code.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2. Замените div на header, main, footer и заголовки h1, h2.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3. Превратите строки с дефисами в ul и li.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4. Сделайте ссылку с адресом и добавьте alt к изображению.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5. В F12 проверьте структуру на вкладке «Элементы».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Результат: семантическая страница и ответ на вопрос о назначении alt.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Типичные ошибки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Тег закрыт не там, где открыт: проверьте вложенность.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Ссылка не работает: в href должен быть полный адрес с https://.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Картинка не видна: проверьте путь images/lock.svg.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Заголовки выглядят не так, как ожидалось: это нормально, стиль задаётся CSS на следующих занятиях.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