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участники впервые пишут JavaScript и видят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Начните с консоли: это самый быстрый способ увидеть результат без редактора.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Пусть участники сами введут 2 + 2 и назовут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Попросите участников самих вызвать ошибку с const и прочитать её текст.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Напомните, что порядок действий такой же, как в математике.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момент: значение из поля приходит строкой. Покажите это через typeof.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Эталон лежит в prepodavatel. Не раздавайте его участникам.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Разбирайте каждую ошибку на экране через консоль.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участники пишут условие и обработчик нажатия.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Спросите: как программа узнаёт, что пользователь нажал кнопку?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Объясните, что обработчик не выполняется сразу, а ждёт события.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Покажите, что при перестановке веток поведение меняется.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частая ловушка: пустое поле при сравнении с числом даёт неожиданный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Эталон лежит в prepodavatel. Не раздавайте его участникам.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Попросите участника показать ошибку и объяснить её по тексту в консоли.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F3A5F"/>
                </a:solidFill>
              </a:defRPr>
            </a:pPr>
            <a:r>
              <a:t>Занятие 13. Переменные и вычисления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444444"/>
                </a:solidFill>
              </a:defRPr>
            </a:pPr>
            <a:r>
              <a:t>JavaScript в консоли и на странице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Открыть консоль браузера (F12) и выполнить первые команды.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Создать переменные через let и const.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Вычислить результат и вывести его на страницу.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Консоль браузера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F12 → вкладка «Консоль» (Console).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Команда console.log(значение) выводит значение в консоль.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Введите 2 + 2 и нажмите Enter: консоль покажет 4.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Консоль полезна для проверки, пока код пишется.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Переменные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let price = 1200; — переменная, значение которой можно менять.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const rate = 10; — константа, менять значение нельзя.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Попытка изменить const даёт ошибку TypeError при присваивании.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Имена пишутся латиницей: price, count, total.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Арифметика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Операторы: + − * / %.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total = price * count;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discount = total * 10 / 100;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Скидка 10% — это total умножить на 10 и разделить на 100.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Элементы страницы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document.getElementById("price") находит элемент по id.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.value — значение поля ввода.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.textContent — текст элемента, который можно изменить.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Number(строка) превращает текст поля в число.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Практика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zanyatie13/index.html и F12.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2. Выполните задания в консоли: переменные, total, const, скидка.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3. Заполните script.js: по кнопке «Посчитать» вывести итог со скидкой в элемент out.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калькулятор на странице и записи из консоли.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Ничего не происходит: script.js не подключён или пуст.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 «1200 3»: значения складываются как строки. Используйте Number().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Ошибка «Assignment to constant»: переменная объявлена через const.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Кнопка работает один раз: проверьте, что обработчик добавлен один раз.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F3A5F"/>
                </a:solidFill>
              </a:defRPr>
            </a:pPr>
            <a:r>
              <a:t>Занятие 14. Условия и обработка нажатия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444444"/>
                </a:solidFill>
              </a:defRPr>
            </a:pPr>
            <a:r>
              <a:t>Реакция программы на ввод пользователя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Написать условие if / else if / else.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Подключить обработчик нажатия через addEventListener.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Вывести разное сообщение в зависимости от ввода.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Обработчик нажатия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const button = document.getElementById("check");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button.addEventListener("click", () =&gt; { ... });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Код внутри функции выполняется при каждом нажатии.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Функция-стрелка () =&gt; { } — короткая форма записи функции.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Условие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if (условие) { ... } else if (условие) { ... } else { ... }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Условие — выражение, которое даёт true или false.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Сравнение: === проверяет равенство значения и типа.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Порядок веток важен: первая подошедшая выполняется, остальные пропускаются.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Работа с полем ввода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input.value — текст, который ввёл пользователь.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trim() убирает пробелы в начале и конце.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Пустая строка проверяется через === "".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Number("") даёт 0, поэтому пустоту проверяйте раньше числа.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Практика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zanyatie14/index.html.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2. Заполните script.js: обработчик click, чтение поля, trim.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3. Три ветки: пусто, верно (42), неверно.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4. Замените вопрос и ответ на свои.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проверка ответа и письменный вывод о порядке условий.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Сообщение не меняется: проверьте id в getElementById.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Сравнение не срабатывает: поле возвращает строку, сравнивайте с "42" или используйте Number().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Ошибка «Unexpected token»: пропущена скобка или кавычка.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Пустой ввод считается неверным: проверяйте пустоту первой веткой.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